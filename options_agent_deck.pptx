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77240"/>
            <a:ext cx="54864" cy="137160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AGENT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AI-Powered Covered Call Income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to generate $4,000/month passive income and learn how AI agents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1920240" cy="1664208"/>
          </a:xfrm>
          <a:prstGeom prst="rect">
            <a:avLst/>
          </a:prstGeom>
          <a:solidFill>
            <a:srgbClr val="162038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9504"/>
            <a:ext cx="1920240" cy="91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731666"/>
            <a:ext cx="1920240" cy="69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Scanned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2816352"/>
            <a:ext cx="1920240" cy="1664208"/>
          </a:xfrm>
          <a:prstGeom prst="rect">
            <a:avLst/>
          </a:prstGeom>
          <a:solidFill>
            <a:srgbClr val="162038"/>
          </a:solidFill>
          <a:ln w="19050">
            <a:solidFill>
              <a:srgbClr val="2FBF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889504"/>
            <a:ext cx="1920240" cy="91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$4k/mo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3731666"/>
            <a:ext cx="1920240" cy="69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Goal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35424" y="2816352"/>
            <a:ext cx="1920240" cy="1664208"/>
          </a:xfrm>
          <a:prstGeom prst="rect">
            <a:avLst/>
          </a:prstGeom>
          <a:solidFill>
            <a:srgbClr val="162038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889504"/>
            <a:ext cx="1920240" cy="91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35424" y="3731666"/>
            <a:ext cx="1920240" cy="69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dashboard.xaviermarin.me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74536" y="2816352"/>
            <a:ext cx="1920240" cy="1664208"/>
          </a:xfrm>
          <a:prstGeom prst="rect">
            <a:avLst/>
          </a:prstGeom>
          <a:solidFill>
            <a:srgbClr val="162038"/>
          </a:solidFill>
          <a:ln w="19050">
            <a:solidFill>
              <a:srgbClr val="7A9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2889504"/>
            <a:ext cx="1920240" cy="91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74536" y="3731666"/>
            <a:ext cx="1920240" cy="69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Self-Built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Marin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Goals.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scans 288 S&amp;P 500 stocks every week, scores covered call contracts with a multi-factor model, and publishes personalized trade recommendations to a live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2FBF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54864" cy="100584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 · Passive Income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$4,000/month by selling weekly covered calls against owned stock positions. Real trades, real capital, real P&amp;L tracked in Supabase.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162038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 · Learning by Building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336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AI agents actually work by building one from scratch — scanner, scoring model, AI summary, live data, and a full-stack dashboard.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548640"/>
            <a:ext cx="457200" cy="64008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548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6672" y="5852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S&amp;P 500 stocks scanned weekly via yfinance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1188720"/>
            <a:ext cx="0" cy="237744"/>
          </a:xfrm>
          <a:prstGeom prst="line">
            <a:avLst/>
          </a:prstGeom>
          <a:noFill/>
          <a:ln w="19050">
            <a:solidFill>
              <a:srgbClr val="1E2E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26464"/>
            <a:ext cx="457200" cy="6400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2646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1700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model: IV Rank, RSI, Beta, premium, ROC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4920" y="2066544"/>
            <a:ext cx="0" cy="237744"/>
          </a:xfrm>
          <a:prstGeom prst="line">
            <a:avLst/>
          </a:prstGeom>
          <a:noFill/>
          <a:ln w="19050">
            <a:solidFill>
              <a:srgbClr val="1E2E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304288"/>
            <a:ext cx="457200" cy="64008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042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2340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candidates ranked by Final Score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2944368"/>
            <a:ext cx="0" cy="237744"/>
          </a:xfrm>
          <a:prstGeom prst="line">
            <a:avLst/>
          </a:prstGeom>
          <a:noFill/>
          <a:ln w="19050">
            <a:solidFill>
              <a:srgbClr val="1E2E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182112"/>
            <a:ext cx="457200" cy="6400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821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3456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+ picks pushed to live dashboard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74920" y="3822192"/>
            <a:ext cx="0" cy="237744"/>
          </a:xfrm>
          <a:prstGeom prst="line">
            <a:avLst/>
          </a:prstGeom>
          <a:noFill/>
          <a:ln w="19050">
            <a:solidFill>
              <a:srgbClr val="1E2E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4059936"/>
            <a:ext cx="457200" cy="640080"/>
          </a:xfrm>
          <a:prstGeom prst="rect">
            <a:avLst/>
          </a:prstGeom>
          <a:solidFill>
            <a:srgbClr val="7A90C0"/>
          </a:solidFill>
          <a:ln w="12700">
            <a:solidFill>
              <a:srgbClr val="7A9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599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76672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76672" y="4334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logged, P&amp;L tracked, positions monitored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open-source tools and free tiers.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697480" cy="1572768"/>
          </a:xfrm>
          <a:prstGeom prst="rect">
            <a:avLst/>
          </a:prstGeom>
          <a:solidFill>
            <a:srgbClr val="111828"/>
          </a:solidFill>
          <a:ln w="12700">
            <a:solidFill>
              <a:srgbClr val="1E2E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54864" cy="1572768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115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yfinance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1353312"/>
            <a:ext cx="2514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scanner fetches live option chains, prices, IV, and historical data for 288 tickers. No paid APIs.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024128"/>
            <a:ext cx="2697480" cy="1572768"/>
          </a:xfrm>
          <a:prstGeom prst="rect">
            <a:avLst/>
          </a:prstGeom>
          <a:solidFill>
            <a:srgbClr val="111828"/>
          </a:solidFill>
          <a:ln w="12700">
            <a:solidFill>
              <a:srgbClr val="1E2E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024128"/>
            <a:ext cx="54864" cy="15727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115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Cron Jobs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92424" y="1353312"/>
            <a:ext cx="2514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services: cron scanner runs weekly, static site builder deploys the dashboard on each push.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024128"/>
            <a:ext cx="2697480" cy="1572768"/>
          </a:xfrm>
          <a:prstGeom prst="rect">
            <a:avLst/>
          </a:prstGeom>
          <a:solidFill>
            <a:srgbClr val="111828"/>
          </a:solidFill>
          <a:ln w="12700">
            <a:solidFill>
              <a:srgbClr val="1E2E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024128"/>
            <a:ext cx="54864" cy="15727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115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9632" y="1353312"/>
            <a:ext cx="2514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AI weekly summary with best trade pick, personalized with the user's owned stock positions.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2697480" cy="1572768"/>
          </a:xfrm>
          <a:prstGeom prst="rect">
            <a:avLst/>
          </a:prstGeom>
          <a:solidFill>
            <a:srgbClr val="111828"/>
          </a:solidFill>
          <a:ln w="12700">
            <a:solidFill>
              <a:srgbClr val="1E2E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06624"/>
            <a:ext cx="54864" cy="1572768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" y="3035808"/>
            <a:ext cx="2514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database + Auth for storing trade history, realized P&amp;L, and live stock positions behind email/password login.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4408" y="2706624"/>
            <a:ext cx="2697480" cy="1572768"/>
          </a:xfrm>
          <a:prstGeom prst="rect">
            <a:avLst/>
          </a:prstGeom>
          <a:solidFill>
            <a:srgbClr val="111828"/>
          </a:solidFill>
          <a:ln w="12700">
            <a:solidFill>
              <a:srgbClr val="1E2E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2706624"/>
            <a:ext cx="54864" cy="157276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92424" y="3035808"/>
            <a:ext cx="2514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HTML/CSS/JS dashboard — no framework. Tabs for Weekly Picks, Positions, and P&amp;L. Chart.js for cumulative returns.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2706624"/>
            <a:ext cx="2697480" cy="1572768"/>
          </a:xfrm>
          <a:prstGeom prst="rect">
            <a:avLst/>
          </a:prstGeom>
          <a:solidFill>
            <a:srgbClr val="111828"/>
          </a:solidFill>
          <a:ln w="12700">
            <a:solidFill>
              <a:srgbClr val="1E2E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2706624"/>
            <a:ext cx="54864" cy="1572768"/>
          </a:xfrm>
          <a:prstGeom prst="rect">
            <a:avLst/>
          </a:prstGeom>
          <a:solidFill>
            <a:srgbClr val="7A90C0"/>
          </a:solidFill>
          <a:ln w="12700">
            <a:solidFill>
              <a:srgbClr val="7A9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798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Claude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3035808"/>
            <a:ext cx="2514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lives in a GitHub repo. Claude (Cowork) was used as the AI pair programmer to design and build the entire system.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462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run on free tiers (Render Hobby, Supabase Free, OpenAI pay-per-use). Total infra cost: ~$0/month.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production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30 days.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164592" cy="164592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813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Picks Tab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scored candidates with live overlay pricing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64592" cy="164592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568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Positions 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1671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unrealized P&amp;L from Yahoo Finance for owned stocks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323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&amp; Trade 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6426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historical trades, cumulative chart, win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077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Tracker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118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toward the $4,000/month goal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164592" cy="164592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832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35935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picks best trade, prefers stocks you already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64592" cy="164592"/>
          </a:xfrm>
          <a:prstGeom prst="ellipse">
            <a:avLst/>
          </a:prstGeom>
          <a:solidFill>
            <a:srgbClr val="7A90C0"/>
          </a:solidFill>
          <a:ln w="12700">
            <a:solidFill>
              <a:srgbClr val="7A9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8587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069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 gates private trade data and picks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475488"/>
            <a:ext cx="3703320" cy="804672"/>
          </a:xfrm>
          <a:prstGeom prst="rect">
            <a:avLst/>
          </a:prstGeom>
          <a:solidFill>
            <a:srgbClr val="162038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548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7680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dashboard.xaviermarin.me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074920" y="1417320"/>
            <a:ext cx="1764792" cy="1389888"/>
          </a:xfrm>
          <a:prstGeom prst="rect">
            <a:avLst/>
          </a:prstGeom>
          <a:solidFill>
            <a:srgbClr val="111828"/>
          </a:solidFill>
          <a:ln w="19050">
            <a:solidFill>
              <a:srgbClr val="2FBF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55448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$7,288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148072" y="2194560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P&amp;L (real trades)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13448" y="1417320"/>
            <a:ext cx="1764792" cy="1389888"/>
          </a:xfrm>
          <a:prstGeom prst="rect">
            <a:avLst/>
          </a:prstGeom>
          <a:solidFill>
            <a:srgbClr val="111828"/>
          </a:solidFill>
          <a:ln w="19050">
            <a:solidFill>
              <a:srgbClr val="6EA8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55448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$1,859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086600" y="2194560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collected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2980944"/>
            <a:ext cx="1764792" cy="1389888"/>
          </a:xfrm>
          <a:prstGeom prst="rect">
            <a:avLst/>
          </a:prstGeom>
          <a:solidFill>
            <a:srgbClr val="111828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118104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148072" y="3758184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call cycles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13448" y="2980944"/>
            <a:ext cx="1764792" cy="1389888"/>
          </a:xfrm>
          <a:prstGeom prst="rect">
            <a:avLst/>
          </a:prstGeom>
          <a:solidFill>
            <a:srgbClr val="111828"/>
          </a:solidFill>
          <a:ln w="19050">
            <a:solidFill>
              <a:srgbClr val="2FBF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3118104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086600" y="3758184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(expired OTM)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yfinance · OpenAI · Supabase · Render · Vanilla JS  ·  Pair programmed with Claude (Anthropic)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Options Agent</dc:title>
  <dc:subject>PptxGenJS Presentation</dc:subject>
  <dc:creator>Xavier Marin</dc:creator>
  <cp:lastModifiedBy>Xavier Marin</cp:lastModifiedBy>
  <cp:revision>1</cp:revision>
  <dcterms:created xsi:type="dcterms:W3CDTF">2026-05-28T19:29:46Z</dcterms:created>
  <dcterms:modified xsi:type="dcterms:W3CDTF">2026-05-28T19:29:46Z</dcterms:modified>
</cp:coreProperties>
</file>